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3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005840"/>
            <a:ext cx="1005840" cy="1005840"/>
          </a:xfrm>
          <a:prstGeom prst="rect">
            <a:avLst>
              <a:gd name="adj" fmla="val 10909"/>
            </a:avLst>
          </a:prstGeom>
          <a:solidFill>
            <a:srgbClr val="B6AD6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058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C33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JuriScan AI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4747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6A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veille réglementaire intelligente d'Africa Global Logistics Côte d'Ivoire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4480560"/>
            <a:ext cx="11274552" cy="54864"/>
          </a:xfrm>
          <a:prstGeom prst="rect">
            <a:avLst/>
          </a:prstGeom>
          <a:solidFill>
            <a:srgbClr val="B6AD6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754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Journal Officiel à la conformité terrain : capturer, analyser, assigner, piloter.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Next.js  •  Power Pages / Dataverse ready  •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C335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A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CONTEXTE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défi : des textes épars, une conformité à piloter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11274552" cy="54864"/>
          </a:xfrm>
          <a:prstGeom prst="rect">
            <a:avLst/>
          </a:prstGeom>
          <a:solidFill>
            <a:srgbClr val="B6AD6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directions concernées : DJ, DAF, DRH, Patrimoine Immo, DQHSE, Commerciale, DILS + Veille Générale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 : suivi dispersé (fichiers Excel par onglet), Journal Officiel dépouillé à la main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: texte manqué, assignation floue, preuves éparpillées, actions en retard invisibles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JuriScan AI centralise : 1 alerte → N fiches départements → plans d'actions suivis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AGL — JuriScan AI  •  Prototype confidentiel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C335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A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architecture découplée, prête pour Microsoft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11274552" cy="54864"/>
          </a:xfrm>
          <a:prstGeom prst="rect">
            <a:avLst/>
          </a:prstGeom>
          <a:solidFill>
            <a:srgbClr val="B6AD6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+ Tailwind (bleu AGL #1C3359, or #B6AD6E) — interface moderne et rapide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/api/analyse : OCR multimodal Gemini (PDF / images scannées) → JSON strict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/api/veille + /api/sauvegarde, GET/PUT /api/veille/[id] : persistance Prisma + PostgreSQL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Logique métier isolée en src/domain : 4 tables Dataverse-ready (User, VeilleAlerte, VeilleFiche, VeilleAction)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Automate-ready : la capture Outlook remplacera le dépôt manuel sans toucher l'UI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AGL — JuriScan AI  •  Prototype confidentiel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C335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A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ANALYSE AUTOMATIQUE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1 : de l'upload PDF à la fiche en 3 clics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11274552" cy="54864"/>
          </a:xfrm>
          <a:prstGeom prst="rect">
            <a:avLst/>
          </a:prstGeom>
          <a:solidFill>
            <a:srgbClr val="B6AD6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Glisser-déposer le PDF (ex. Journal Officiel CI du 9 juillet 2026) ou une image brute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« Lancer l'Analyse IA JuriScan » : l'OCR extrait référence, résumé, libellé applicable…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Les 21 colonnes se pré-remplissent (N° ordre, nature, article, statut, délai, taux…), modifiables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Assignation au département responsable, puis bouton vert : la fiche rejoint la grille de veille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AGL — JuriScan AI  •  Prototype confidentiel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C335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A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PILOTAGE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libre, correction et pilotage temps réel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11274552" cy="54864"/>
          </a:xfrm>
          <a:prstGeom prst="rect">
            <a:avLst/>
          </a:prstGeom>
          <a:solidFill>
            <a:srgbClr val="B6AD6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Saisie Manuelle Libre » : 21 colonnes vierges pour créer une fiche sans document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 : KPI (alertes, taux moyen, retards), histogramme, suivi par onglet direction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 sur un N° d'ordre → écran de modification complet (ré-assignation, statut, taux, délais)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enregistrement met à jour instantanément graphiques et bâtonnets du périmètre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AGL — JuriScan AI  •  Prototype confidentiel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C335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A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ROADMAP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sur l'industrialisation Microsoft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11274552" cy="54864"/>
          </a:xfrm>
          <a:prstGeom prst="rect">
            <a:avLst/>
          </a:prstGeom>
          <a:solidFill>
            <a:srgbClr val="B6AD6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Power Automate : capture auto des PDF depuis Outlook vers /api/analyse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native vers Power Pages + Dataverse (schéma déjà documenté et portable)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Connecteur IA natif Microsoft en remplacement du connecteur actuel, à contrat constant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d'échéances, circuit de validation multi-acteurs, pièces jointes Blob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— Démo live : dashboard → Nouvelle Alerte → modification → enregistrement.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AGL — JuriScan AI  •  Prototype confidentiel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JuriScan AI — Présentation</dc:title>
  <dc:subject>PptxGenJS Presentation</dc:subject>
  <dc:creator>AGL — JuriScan AI</dc:creator>
  <cp:lastModifiedBy>AGL — JuriScan AI</cp:lastModifiedBy>
  <cp:revision>1</cp:revision>
  <dcterms:created xsi:type="dcterms:W3CDTF">2026-09-24T08:00:44Z</dcterms:created>
  <dcterms:modified xsi:type="dcterms:W3CDTF">2026-09-24T08:00:44Z</dcterms:modified>
</cp:coreProperties>
</file>